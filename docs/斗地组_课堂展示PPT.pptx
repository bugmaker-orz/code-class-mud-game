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各位老师同学好，我们组做的是一个纯文字版的地牢MUD游戏。它是运行在终端里的中文冒险游戏，不需要图形界面，全靠输入命令游玩。下面花五分钟介绍一下我们的故事背景、功能、演示和特色。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游戏背景设定在五层地牢，玩家扮演勇者探险。特别之处是双结局设计：如果你中途攻击向导夺取资源，击败魔王后你会成为新魔王，这是我们的特色玩法之一。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功能上我们覆盖了完整的游戏循环：探索、战斗、交易、对话、成长、存档。全部命令支持中英双语，比如输入“去 东”或 go east 移动、“攻击 史莱姆”或 attack slime 战斗，方便演示也方便国际化评审。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大家看一下实际运行效果截图。每一帧显示：本房间地图、信息区、小地图和状态栏，节点颜色即语义（@蓝色=你、B红色=魔王、F/T/&amp;#36;/S/&amp;gt;为各房间属性）。所有交互都是输入命令，中文英文都行，比如“去 东”或 go east、“攻击 哥布林”或 attack goblin。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我们有四个突出特色：第一，向导可以攻击，且攻击后全局咒骂、改变结局；第二，装备数值拆分显示，基础值和加成一目了然；第三，每层NPC剧情不同，推动故事；第四，全中文彩色界面，兼容性好。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架构上我们做了四层模块化：入口层负责命令和界面，核心层管全局状态，业务层拆成角色、战斗、地图、物品四个模块。代码只依赖标准库，任何平台都能编译。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STL 方面我们用了 vector 存背包、map 做怪物索引、optional 做读档校验、algorithm 做排序查找。设计模式上，四个系统类用静态方法解耦，实体用虚接口实现多态，主循环用状态机控制流程。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我们组6个人分五块任务：丁翊君负责整合和主程序，张靖悦负责地图和互动，宋若森和孙浩然负责人物敌人，徐睿昕和宋佳媛负责商店系统和测试。每个模块都有明确的代码负责人。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保障上我们做了16项端到端测试，覆盖战斗、咒骂、存档、结局、背包满、宝箱隐藏和英文命令。同时准备和对方小组交换互测。这里也分享几个开发中解决的典型问题，比如MinGW兼容、存档重复累加、中文乱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谢谢大家。我们的游戏可以直接在终端运行，代码、技术文档（含答辩FAQ）和完整Git记录都在GitHub仓库 github.com/BugMaker-orz/Code-class-MUD-game，欢迎老师们和同学们试玩、指正。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微软雅黑"/>
              </a:rPr>
              <a:t>文字版地牢 MUD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4E5F7"/>
                </a:solidFill>
                <a:latin typeface="微软雅黑"/>
              </a:rPr>
              <a:t>—— C++17 终端文字冒险游戏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8CCE4"/>
                </a:solidFill>
                <a:latin typeface="微软雅黑"/>
              </a:rPr>
              <a:t>5 层地牢 · 回合制战斗 · 双结局 · 商店交易 · NPC 剧情 · 存档读档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斗地组（组长：丁翊君）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组员：丁翊君 · 张靖悦 · 宋若森 · 孙浩然 · 徐睿昕 · 宋佳媛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A3C0"/>
                </a:solidFill>
                <a:latin typeface="微软雅黑"/>
              </a:rPr>
              <a:t>C++ 程序设计课程设计 · 课堂展示（5 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故事背景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E3238"/>
                </a:solidFill>
                <a:latin typeface="微软雅黑"/>
              </a:rPr>
              <a:t>传说古老地牢中沉睡着魔王，五层地牢由怪物、宝箱与神秘向导守护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3366"/>
                </a:solidFill>
                <a:latin typeface="微软雅黑"/>
              </a:rPr>
              <a:t>勇者的旅程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8463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你是一名勇者，闯入五层地牢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每一层有多个房间，房间之间通过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   东南西北四方向连接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房间里有怪物、宝箱、商店和向导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收集装备、提升等级，最终在第 5 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   击败魔王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2120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3366"/>
                </a:solidFill>
                <a:latin typeface="微软雅黑"/>
              </a:rPr>
              <a:t>双结局设计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46634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勇者线：正常击败魔王，成为英雄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叛徒线：攻击向导夺取强力装备，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   击败魔王后自己成为新的魔王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• 攻击任意向导后，全地牢向导都会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3238"/>
                </a:solidFill>
                <a:latin typeface="微软雅黑"/>
              </a:rPr>
              <a:t>   拒绝对话并咒骂你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功能总览：中英双语命令交互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3/10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9304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探索与地图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9280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5 层地牢，每层 6 房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元气骑士式横竖交替布局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房间标注：起点/战斗/商店/宝箱/楼梯/魔王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89304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回合制战斗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9280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攻击/逃跑，实时血量显示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命中率 20%~95%，伤害公式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怪物掉落金币、经验、装备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9304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商店与交易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9280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购买武器/护甲/消耗品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出售背包物品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价格随楼层与稀有度变化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88620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41063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NPC 与剧情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54456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每层向导语言不同，逐层推进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故事背景，带整活台词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对话可触发剧情与提示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8862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941063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成长系统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54456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升级经验 60+等级×30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满血+5、攻击/防御+1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装备加成与基础值分开显示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8620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388620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941063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存档与读档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44568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保存/读取，写 save_mud.txt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楼层/血量/背包/装备全量保存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旧存档向前兼容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操作演示：终端里的冒险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4/10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游戏截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794760" cy="48554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234440"/>
            <a:ext cx="3794760" cy="4855464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1234440"/>
            <a:ext cx="6812280" cy="484632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463040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3366"/>
                </a:solidFill>
                <a:latin typeface="微软雅黑"/>
              </a:rPr>
              <a:t>核心命令 · 中英双语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01168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去 东 / go east —— 移动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44144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攻击 / attack —— 打一回合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87121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逃跑 / flee —— 回原房间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300984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拾取 / pick · 开宝箱 /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730752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交易 / shop · 买 N / buy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16052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对话 / talk —— 听剧情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59028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丢弃 N / drop N —— 腾空间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502005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使用 N / use N —— 装备药水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5449824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保存 / save · 读取 / 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879592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下楼 / down —— 前往下一层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核心特色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5/10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28016" cy="2331720"/>
          </a:xfrm>
          <a:prstGeom prst="rect">
            <a:avLst/>
          </a:prstGeom>
          <a:solidFill>
            <a:srgbClr val="C9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</a:rPr>
              <a:t>攻击向导 · 全局咒骂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向导可被杀：秘宝剑+秘银甲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强力资源随层数提升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攻击后全地牢向导咒骂你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8016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80160"/>
            <a:ext cx="128016" cy="2331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087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</a:rPr>
              <a:t>装备数值拆分显示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攻 6(+2)：基础值+装备加成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背包已装备物品带【已装备】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存档按基础值存储防重复累加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128016" cy="2331720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</a:rPr>
              <a:t>每层 NPC 剧情推进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0916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5 层向导语言风格各不相同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逐层揭示魔王背景故事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对话台词带整活彩蛋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88620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886200"/>
            <a:ext cx="128016" cy="2331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1148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3366"/>
                </a:solidFill>
                <a:latin typeface="微软雅黑"/>
              </a:rPr>
              <a:t>ANSII 彩色 + UTF-8 中文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0916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8 色语义：红=危险、黄=房间NPC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蓝=小地图、橙=强力资源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Windows/MinGW 全兼容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系统架构：四层模块化设计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6/10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7B"/>
                </a:solidFill>
                <a:latin typeface="微软雅黑"/>
              </a:rPr>
              <a:t>共 2869 行代码 · 30 个文件 · 7 个模块目录 · 仅使用 C++ 标准库，零第三方依赖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3366"/>
                </a:solidFill>
                <a:latin typeface="微软雅黑"/>
              </a:rPr>
              <a:t>入口层  text/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74519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main_text.cpp + TextGame 主控类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命令解析 / 界面渲染 / 存档读档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3366"/>
                </a:solidFill>
                <a:latin typeface="微软雅黑"/>
              </a:rPr>
              <a:t>核心层  core/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37560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GameContext 全局状态 · Entity 抽象基类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Position · TileType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E9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3366"/>
                </a:solidFill>
                <a:latin typeface="微软雅黑"/>
              </a:rPr>
              <a:t>业务层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800600"/>
            <a:ext cx="7863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character/  Player·Monster·Npc（继承 Entity）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combat/  回合制战斗结算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map/  地牢生成器 + 房间瓦片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item/  物品·掉落·商店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7B"/>
                </a:solidFill>
                <a:latin typeface="微软雅黑"/>
              </a:rPr>
              <a:t>技术栈：C++17 · CMake ≥ 3.15 · iostream/fstream/vector/map/optional/algorithm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技术亮点：STL 与设计模式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7/10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3366"/>
                </a:solidFill>
                <a:latin typeface="微软雅黑"/>
              </a:rPr>
              <a:t>STL 组件运用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• vector&lt;Item*&gt;：背包、房间列表、战斗日志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• map&lt;string, Monster&gt;：当前房间怪物索引，按名查找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• optional：读档校验、可选返回值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• algorithm：sort / find_if 背包整理与查找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E3238"/>
                </a:solidFill>
                <a:latin typeface="微软雅黑"/>
              </a:rPr>
              <a:t>• string / fstream：命令解析、存档读写（UTF-8）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3366"/>
                </a:solidFill>
                <a:latin typeface="微软雅黑"/>
              </a:rPr>
              <a:t>设计模式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5120640" cy="429768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366"/>
                </a:solidFill>
                <a:latin typeface="微软雅黑"/>
              </a:rPr>
              <a:t>1. 策略/工具类解耦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774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CombatSystem、DropSystem 等四个系统类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以静态方法集中结算，主控与业务解耦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366"/>
                </a:solidFill>
                <a:latin typeface="微软雅黑"/>
              </a:rPr>
              <a:t>2. 模板方法式虚接口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Entity 定义虚函数 getDescription()，Player/Monster/Npc 各自实现，统一渲染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006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366"/>
                </a:solidFill>
                <a:latin typeface="微软雅黑"/>
              </a:rPr>
              <a:t>3. 状态机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3238"/>
                </a:solidFill>
                <a:latin typeface="微软雅黑"/>
              </a:rPr>
              <a:t>GameState 枚举管理 探索/战斗/死亡 状态流转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组员分工与任务完成情况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8/10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7B"/>
                </a:solidFill>
                <a:latin typeface="微软雅黑"/>
              </a:rPr>
              <a:t>5 大模块全覆盖：整合 · 地图互动 · 人物敌人 · 商店测试 · 文档展示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丁翊君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647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4E5F7"/>
                </a:solidFill>
                <a:latin typeface="微软雅黑"/>
              </a:rPr>
              <a:t>组长·整合与主程序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TextGame 主控、命令系统、界面渲染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存档读档、双结局、全局咒骂逻辑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916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69164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张靖悦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647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4E5F7"/>
                </a:solidFill>
                <a:latin typeface="微软雅黑"/>
              </a:rPr>
              <a:t>地图与互动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13432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地牢生成（5层×6房）、房间连接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战斗、拾取、宝箱交互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916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69164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373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宋若森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17647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4E5F7"/>
                </a:solidFill>
                <a:latin typeface="微软雅黑"/>
              </a:rPr>
              <a:t>人物·敌人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13432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Player 成长系统、等级/经验/装备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Monster 属性与 AI 行为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690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孙浩然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422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4E5F7"/>
                </a:solidFill>
                <a:latin typeface="微软雅黑"/>
              </a:rPr>
              <a:t>人物·敌人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690872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NPC 向导系统、逐层剧情台词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怪物类型与平衡数值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40690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4840" y="406908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114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徐睿昕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422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4E5F7"/>
                </a:solidFill>
                <a:latin typeface="微软雅黑"/>
              </a:rPr>
              <a:t>商店·测试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90872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ShopSystem 买卖结算、价格计算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代码质量评审（50 分项）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0690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0" y="4069080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1148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宋佳媛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1422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D4E5F7"/>
                </a:solidFill>
                <a:latin typeface="微软雅黑"/>
              </a:rPr>
              <a:t>商店·测试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90872"/>
            <a:ext cx="3200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掉落系统、物品数据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E3238"/>
                </a:solidFill>
                <a:latin typeface="微软雅黑"/>
              </a:rPr>
              <a:t>试玩评分与测试报告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测试与质量保障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1005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D4E5F7"/>
                </a:solidFill>
                <a:latin typeface="微软雅黑"/>
              </a:rPr>
              <a:t>9/10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D4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3366"/>
                </a:solidFill>
                <a:latin typeface="微软雅黑"/>
              </a:rPr>
              <a:t>端到端测试（12 项实测通过）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战斗命中/伤害/反击/击杀全链路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攻击向导后跨层全局咒骂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存档读档：楼层/血量/背包/残血还原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双结局两条线分别验证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装备显示与读档加成不重复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3366"/>
                </a:solidFill>
                <a:latin typeface="微软雅黑"/>
              </a:rPr>
              <a:t>互测准备（交换测试）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代码质量评审：结构/抽象/命名/注释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试玩评分：功能完整、无严重 bug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输出《百日维新组测试报告》含代码+功能双评分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10881360" cy="2011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9302C"/>
                </a:solidFill>
                <a:latin typeface="微软雅黑"/>
              </a:rPr>
              <a:t>问题与解决（部分）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旧版 MinGW 无 ANSI 常量 → CMake 手动补 0x0004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读档装备加成重复累加 → 存档存基础值，读档重新计算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控制台中文乱码 → 源码 UTF-8 + /utf-8 + SetConsoleOutputCP(65001)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经验升级过慢 → 升级曲线 等级×100 → 60+等级×30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E3238"/>
                </a:solidFill>
                <a:latin typeface="微软雅黑"/>
              </a:rPr>
              <a:t>• 背包满物品消失 → 留地/落地/滑落，不吞物品（v2.4）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7B"/>
                </a:solidFill>
                <a:latin typeface="微软雅黑"/>
              </a:rPr>
              <a:t>斗地组 · 文字版地牢 MUD · C++ 课程设计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00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感谢聆听，欢迎试玩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4E5F7"/>
                </a:solidFill>
                <a:latin typeface="微软雅黑"/>
              </a:rPr>
              <a:t>一行命令，进入五层地牢；一个选择，决定勇者还是魔王。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8CCE4"/>
                </a:solidFill>
                <a:latin typeface="Consolas"/>
              </a:rPr>
              <a:t>演示：./mud_text 42  （42 为固定种子，地图可复现）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</a:rPr>
              <a:t>斗地组 · 丁翊君 张靖悦 宋若森 孙浩然 徐睿昕 宋佳媛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A3C0"/>
                </a:solidFill>
                <a:latin typeface="Consolas"/>
              </a:rPr>
              <a:t>代码仓库：github.com/BugMaker-orz/Code-class-MUD-game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97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A3C0"/>
                </a:solidFill>
                <a:latin typeface="微软雅黑"/>
              </a:rPr>
              <a:t>C++ 程序设计课程设计 ·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